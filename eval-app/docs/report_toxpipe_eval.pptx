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7" r:id="rId4"/>
    <p:sldId id="259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58"/>
    <p:restoredTop sz="94649"/>
  </p:normalViewPr>
  <p:slideViewPr>
    <p:cSldViewPr snapToGrid="0">
      <p:cViewPr varScale="1">
        <p:scale>
          <a:sx n="154" d="100"/>
          <a:sy n="154" d="100"/>
        </p:scale>
        <p:origin x="3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4BF11-CBCC-99AD-B2A7-E22B84711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5872B4-F911-E676-53CC-CB7BBA8BF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F4516-F1B9-6705-A1B4-5063F313C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D4F2F-5CB3-D044-AF7E-8B81B05D0257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418C0-5AFB-3989-73E4-6C2D3773E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C7961-C1D1-E5BC-7639-57EC43216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9D56-F8F6-BD4B-93D2-85C1B9BE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52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D56C1-E658-07D0-B0A0-0DB2CB540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085A6-73E4-AEAA-E822-A3153F3AF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C9060-85D1-8EA8-F4D3-72F7B7A93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D4F2F-5CB3-D044-AF7E-8B81B05D0257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B1893-0991-2EFF-EE44-B9457D387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40803-64D7-0F05-F8EF-FB63ED01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9D56-F8F6-BD4B-93D2-85C1B9BE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490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E9823-7849-91AB-84F0-E97840B17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3F978-08E6-FB88-9896-669B92D24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D338A-F941-3E72-5858-EBC599116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D4F2F-5CB3-D044-AF7E-8B81B05D0257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6ECBE-2B96-15BB-AE59-05C040719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B0008-B7A3-F51C-5E47-9733D6FB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9D56-F8F6-BD4B-93D2-85C1B9BE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177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4966-923D-7932-DFFB-37AF18C3E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A52CD-DBDC-9C1C-12A3-4B5C7979A3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CF74B-6838-B52F-028B-310655113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A1A72-33C0-85E6-976B-1EF63293A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D4F2F-5CB3-D044-AF7E-8B81B05D0257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57209-488A-FFFF-D122-E1B5E8E76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8F44D3-8D3B-F850-A5C1-4A2151532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9D56-F8F6-BD4B-93D2-85C1B9BE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70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B8934-3F37-CC48-5FF3-3F3271A2D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5396A-6683-E755-D852-877C484AA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37ED74-2656-09C7-735E-454F5D8C9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B4AD62-234D-E5E8-7CB4-ECA36A850F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602212-DF72-A339-0C17-190C9DB68F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6EC2F9-DCAD-17E2-8C56-BB867E8A2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D4F2F-5CB3-D044-AF7E-8B81B05D0257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27A1FF-5761-5BCE-529F-1EDFCA43B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D189DA-3E25-FF57-7D8F-6A743710A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9D56-F8F6-BD4B-93D2-85C1B9BE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892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7E7EC-BDCD-F8B5-63EF-BE896CB29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993CD5-6195-FA11-9D69-069F1772A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D4F2F-5CB3-D044-AF7E-8B81B05D0257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70BF7C-F47E-3CE4-5F00-B84C61716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3E1705-1337-8544-89A1-4A30F6EA7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9D56-F8F6-BD4B-93D2-85C1B9BE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56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866327-8FF8-592D-E798-F6BBC55BF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D4F2F-5CB3-D044-AF7E-8B81B05D0257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311AE4-FACA-8F38-6165-F134BE4DE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11192-0680-3FAE-10FD-7743500F9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9D56-F8F6-BD4B-93D2-85C1B9BE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872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3069-319D-5AA0-8622-7364FCDE4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1B25E-5AC9-7566-7799-5749CEFA4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1B7135-3EBE-ED8C-4474-FD39DBAEA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AC00A9-1F03-D4B4-A5B4-5DAD975F4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D4F2F-5CB3-D044-AF7E-8B81B05D0257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70C15-BBDC-737C-B0BB-E878EC86B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63239-F20D-7E2B-AD93-955142372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9D56-F8F6-BD4B-93D2-85C1B9BE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6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FF8C5-F6FE-CD13-C938-C12CD7B55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18ED5-046F-A614-1FBD-8AF4B2C73D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C2E15B-54C7-04B6-44C6-F6924A7CB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98FFF-884E-0BAE-6BA2-FACC2DBA6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D4F2F-5CB3-D044-AF7E-8B81B05D0257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256AFC-8169-B143-0486-E5F08BDDA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4AA749-ADC3-EC33-3D8E-F4CAB33EB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9D56-F8F6-BD4B-93D2-85C1B9BE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40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80733-0A53-35A7-3C29-B8CD21AAD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AB2BE4-DF37-73EC-6255-170A89F2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37F59-0A30-1C8C-364E-0CA661D53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D4F2F-5CB3-D044-AF7E-8B81B05D0257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703B3-48A3-22B2-6ED6-DABB563C4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FF4F9-8603-17D4-6987-E3E74FB72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9D56-F8F6-BD4B-93D2-85C1B9BE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242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7E3B9C-CF18-2DF9-82CB-995EE77EF0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B001F0-8A7E-5292-12E4-4F2DF5413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2EBA6-5909-2CD6-2ECD-776DCE878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D4F2F-5CB3-D044-AF7E-8B81B05D0257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2A177-E492-2B48-C518-4B7351EF2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452B-B417-7926-8614-7410377D2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9D56-F8F6-BD4B-93D2-85C1B9BE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89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834A89-4C4F-671E-542D-967AA1482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2AD3C-E597-4928-EE69-9607B6A61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BD490-4A85-18C9-5291-020AD61D38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8D4F2F-5CB3-D044-AF7E-8B81B05D0257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159EA-CB1F-5EC6-3CD5-ACAF8CFF97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BB3B7-0FAD-EB11-38D1-20C4E777DF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979D56-F8F6-BD4B-93D2-85C1B9BE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09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AD806-4024-3732-0B96-557DABFF7E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ToxPipe</a:t>
            </a:r>
            <a:r>
              <a:rPr lang="en-US" dirty="0"/>
              <a:t> Evaluation</a:t>
            </a:r>
          </a:p>
        </p:txBody>
      </p:sp>
    </p:spTree>
    <p:extLst>
      <p:ext uri="{BB962C8B-B14F-4D97-AF65-F5344CB8AC3E}">
        <p14:creationId xmlns:p14="http://schemas.microsoft.com/office/powerpoint/2010/main" val="616619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B5510-36CA-EDB6-0D4F-9B3DCF89B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Each stage is evaluated using </a:t>
            </a:r>
            <a:r>
              <a:rPr lang="en-US" sz="2000" dirty="0" err="1"/>
              <a:t>Promptfoo</a:t>
            </a:r>
            <a:r>
              <a:rPr lang="en-US" sz="2000" dirty="0"/>
              <a:t> with “prompts with answers” created by experts.</a:t>
            </a:r>
          </a:p>
          <a:p>
            <a:r>
              <a:rPr lang="en-US" sz="2000" dirty="0"/>
              <a:t>Different assertions are tested</a:t>
            </a:r>
          </a:p>
          <a:p>
            <a:pPr lvl="1"/>
            <a:r>
              <a:rPr lang="en-US" sz="1600" dirty="0"/>
              <a:t>“Contains”: If the expected response is within the model response, as-it-is.</a:t>
            </a:r>
          </a:p>
          <a:p>
            <a:pPr lvl="1"/>
            <a:r>
              <a:rPr lang="en-US" sz="1600" dirty="0"/>
              <a:t>“Similarity”: If the expected response is similar to the model response (a similarity threshold is used)</a:t>
            </a:r>
          </a:p>
          <a:p>
            <a:r>
              <a:rPr lang="en-US" sz="2000" dirty="0"/>
              <a:t>Each response is marked with “Pass” or “Fail” mark after evaluation</a:t>
            </a:r>
          </a:p>
          <a:p>
            <a:r>
              <a:rPr lang="en-US" sz="2000" dirty="0" err="1"/>
              <a:t>Promptfoo</a:t>
            </a:r>
            <a:r>
              <a:rPr lang="en-US" sz="2000" dirty="0"/>
              <a:t> output is visualized and analyzed by experts</a:t>
            </a:r>
          </a:p>
          <a:p>
            <a:pPr lvl="1"/>
            <a:r>
              <a:rPr lang="en-US" sz="1600" dirty="0"/>
              <a:t>Assertions are validated </a:t>
            </a:r>
            <a:r>
              <a:rPr lang="en-US" sz="1600"/>
              <a:t>(using </a:t>
            </a:r>
            <a:r>
              <a:rPr lang="en-US" sz="1600" dirty="0" err="1"/>
              <a:t>Promptfoo</a:t>
            </a:r>
            <a:r>
              <a:rPr lang="en-US" sz="1600" dirty="0"/>
              <a:t> provided reasons)</a:t>
            </a:r>
          </a:p>
          <a:p>
            <a:pPr lvl="1"/>
            <a:r>
              <a:rPr lang="en-US" sz="1600" dirty="0"/>
              <a:t>Model responses are compared (using similarity plots)</a:t>
            </a:r>
          </a:p>
          <a:p>
            <a:r>
              <a:rPr lang="en-US" sz="2000" dirty="0"/>
              <a:t>The evaluation can be updated by experts (not implemented yet)</a:t>
            </a:r>
          </a:p>
          <a:p>
            <a:pPr lvl="1"/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A78B17-B15D-88C8-5BCF-4F644320CA67}"/>
              </a:ext>
            </a:extLst>
          </p:cNvPr>
          <p:cNvSpPr txBox="1"/>
          <p:nvPr/>
        </p:nvSpPr>
        <p:spPr>
          <a:xfrm>
            <a:off x="838200" y="419427"/>
            <a:ext cx="14318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Pipeline</a:t>
            </a:r>
          </a:p>
        </p:txBody>
      </p:sp>
    </p:spTree>
    <p:extLst>
      <p:ext uri="{BB962C8B-B14F-4D97-AF65-F5344CB8AC3E}">
        <p14:creationId xmlns:p14="http://schemas.microsoft.com/office/powerpoint/2010/main" val="2162606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0DC22E-A729-FE53-FE62-F0F767D14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89" y="1011332"/>
            <a:ext cx="11768621" cy="57079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EC63FC-4355-D5E8-DE33-66D4B285D890}"/>
              </a:ext>
            </a:extLst>
          </p:cNvPr>
          <p:cNvSpPr txBox="1"/>
          <p:nvPr/>
        </p:nvSpPr>
        <p:spPr>
          <a:xfrm>
            <a:off x="211689" y="308225"/>
            <a:ext cx="5637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Evaluation of </a:t>
            </a:r>
            <a:r>
              <a:rPr lang="en-US" dirty="0" err="1"/>
              <a:t>ToxPipe</a:t>
            </a:r>
            <a:r>
              <a:rPr lang="en-US" dirty="0"/>
              <a:t> Stages: Validate model response</a:t>
            </a:r>
          </a:p>
        </p:txBody>
      </p:sp>
    </p:spTree>
    <p:extLst>
      <p:ext uri="{BB962C8B-B14F-4D97-AF65-F5344CB8AC3E}">
        <p14:creationId xmlns:p14="http://schemas.microsoft.com/office/powerpoint/2010/main" val="1896428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5C8058-1260-0673-BC20-384BC68B316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08634" y="1003794"/>
            <a:ext cx="11768328" cy="57058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BB81A2-A3B4-2F96-D5EB-5BF15BF8EB69}"/>
              </a:ext>
            </a:extLst>
          </p:cNvPr>
          <p:cNvSpPr txBox="1"/>
          <p:nvPr/>
        </p:nvSpPr>
        <p:spPr>
          <a:xfrm>
            <a:off x="211689" y="308225"/>
            <a:ext cx="5637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Evaluation of </a:t>
            </a:r>
            <a:r>
              <a:rPr lang="en-US" dirty="0" err="1"/>
              <a:t>ToxPipe</a:t>
            </a:r>
            <a:r>
              <a:rPr lang="en-US" dirty="0"/>
              <a:t> Stages: Validate model response</a:t>
            </a:r>
          </a:p>
        </p:txBody>
      </p:sp>
    </p:spTree>
    <p:extLst>
      <p:ext uri="{BB962C8B-B14F-4D97-AF65-F5344CB8AC3E}">
        <p14:creationId xmlns:p14="http://schemas.microsoft.com/office/powerpoint/2010/main" val="3501614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9334F1-2ECB-CC29-F9F2-3D19AB307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64" y="1592494"/>
            <a:ext cx="11746672" cy="44281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1259C8-BD88-FF07-D387-1EB7100C818C}"/>
              </a:ext>
            </a:extLst>
          </p:cNvPr>
          <p:cNvSpPr txBox="1"/>
          <p:nvPr/>
        </p:nvSpPr>
        <p:spPr>
          <a:xfrm>
            <a:off x="211689" y="308225"/>
            <a:ext cx="5918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Evaluation of </a:t>
            </a:r>
            <a:r>
              <a:rPr lang="en-US" dirty="0" err="1"/>
              <a:t>Toxpipe</a:t>
            </a:r>
            <a:r>
              <a:rPr lang="en-US" dirty="0"/>
              <a:t> Stages: Compare model responses</a:t>
            </a:r>
          </a:p>
        </p:txBody>
      </p:sp>
    </p:spTree>
    <p:extLst>
      <p:ext uri="{BB962C8B-B14F-4D97-AF65-F5344CB8AC3E}">
        <p14:creationId xmlns:p14="http://schemas.microsoft.com/office/powerpoint/2010/main" val="3152216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135</Words>
  <Application>Microsoft Macintosh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ToxPipe Evaluation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Talukder, Amlan (NIH/NIEHS) [C]</dc:creator>
  <cp:lastModifiedBy>Talukder, Amlan (NIH/NIEHS) [C]</cp:lastModifiedBy>
  <cp:revision>8</cp:revision>
  <dcterms:created xsi:type="dcterms:W3CDTF">2024-11-20T14:37:20Z</dcterms:created>
  <dcterms:modified xsi:type="dcterms:W3CDTF">2024-11-20T15:12:49Z</dcterms:modified>
</cp:coreProperties>
</file>